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Sistema de Monitoreo Sismico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7E6F7"/>
                </a:solidFill>
                <a:latin typeface="Arial"/>
              </a:rPr>
              <a:t>MVP listo para demostracion, con autenticacion, dashboard en vivo, historial, panel admin y modo educativo.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CD3FF"/>
                </a:solidFill>
                <a:latin typeface="Arial"/>
              </a:rPr>
              <a:t>Desarrollo_Web / mi_proyecto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217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Frontend web con dashboard y vista educativa.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Backend Express + MySQL + JWT.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Reportes Excel/PDF y explorador SQL.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MVP preparado para jurado externo.</a:t>
            </a:r>
          </a:p>
        </p:txBody>
      </p:sp>
      <p:pic>
        <p:nvPicPr>
          <p:cNvPr id="7" name="Picture 6" descr="sismografo_co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822960"/>
            <a:ext cx="4297680" cy="2686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54406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D7E6F7"/>
                </a:solidFill>
                <a:latin typeface="Arial"/>
              </a:rPr>
              <a:t>Presentacion de sustentacion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1. Problema y 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CD3FF"/>
                </a:solidFill>
                <a:latin typeface="Arial"/>
              </a:rPr>
              <a:t>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Centralizar monitoreo y consulta de eventos.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Tener trazabilidad de usuarios, archivos y reportes.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Mostrar el comportamiento en vivo y tambien el historico.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Facilitar una demo clara para jurado externo.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841248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CD3FF"/>
                </a:solidFill>
                <a:latin typeface="Arial"/>
              </a:rPr>
              <a:t>Propuesta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70432"/>
            <a:ext cx="53035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Login y registro con JWT.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Dashboard con telemetria y graficas.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Modo educativo con simulaciones fisicas.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Panel admin con CRUD y reportes.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2. Arquitectura y conexion fisica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CD3FF"/>
                </a:solidFill>
                <a:latin typeface="Arial"/>
              </a:rPr>
              <a:t>Capas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Frontend: index.html y admin-panel.html.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Backend: server.js, db.js y middlewares.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Base de datos: usuarios y eventos_hardware_sismo.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Hardware: Arduino + MPU6050 + LED + buzzer.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Puente: sismo_bridge.py para el flujo serial.</a:t>
            </a:r>
          </a:p>
        </p:txBody>
      </p:sp>
      <p:pic>
        <p:nvPicPr>
          <p:cNvPr id="6" name="Picture 5" descr="sismografo_co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3. Funciones clave de la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50292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Registro e inicio de sesion.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Dashboard con estado en vivo y boton Simular Pulso.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Historico con filtros y persistencia en MySQL.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Modo educativo con ondas, SDOF y electromagnetismo.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Panel admin con usuarios, SQL Explorer y reportes.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058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CD3FF"/>
                </a:solidFill>
                <a:latin typeface="Arial"/>
              </a:rPr>
              <a:t>Endpoints y validaciones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6752" y="132588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/api/health verifica la conexion.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/api/sismo/live y /api/sismo/events muestran la telemetria.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/api/reportes/usuarios/excel y /pdf exportan evidencia.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SQL Explorer permite ver tablas reales del esquema.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4. Flujo recomendado de demostracion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1. Abrir la pagina principal.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2. Entrar con invitado o con cuenta registrada.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3. Mostrar el Dashboard y ejecutar Simular Pulso.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4. Abrir Historico y explicar el almacenamiento.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5. Ir a Educativo y mostrar una simulacion.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6. Abrir Admin Panel, listar usuarios y exportar reporte.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5. Checklist de presentacion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Servidor levantado y /api/health en verde.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Base de datos conectada y con datos de prueba.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Credenciales admin probadas antes de la sustentacion.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Copia de respaldo del proyecto y de la BD.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Equipo, cableado y credenciales revisados.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Cada integrante sabe que parte va a explicar.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715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CD3FF"/>
                </a:solidFill>
                <a:latin typeface="Arial"/>
              </a:rPr>
              <a:t>Cierre: el MVP esta listo para demostracion tecnica y academica.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